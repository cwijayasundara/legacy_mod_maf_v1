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344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4688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8803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7033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5262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377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57607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9951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828800"/>
            <a:ext cx="109728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MODERNIZATION DESIGN  •  APR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377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MAF Modernization Agent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agentic system for migrating polyglot AWS Lambdas to Azure Functions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Microsoft Agent Framework (MAF).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agents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33756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gates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17220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@tool surfaces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84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N×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00684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Wave-scheduled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Client Engineering  •  Author: Platform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Polyglot Lambda Sprawl on 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client's platform is a polyglot estate — Python, C#, Node/TypeScript services deployed as hundreds of AWS Lambdas with deep coupling to EventBridge, SQS, DynamoDB, S3, Cognito, and SSM.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to migrate to Azure Functions with equivalent bindings — HTTP, Service Bus, Blob/Event Grid, Cosmos DB change feed, Event Hubs — while preserving business invariants and SLAs.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212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1463040"/>
            <a:ext cx="73152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complexity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920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 Lambdas in the reference app alone (autografdriver); hundreds across the estate with jurisdiction-specific logic.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2715768"/>
            <a:ext cx="5212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715768"/>
            <a:ext cx="73152" cy="1143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825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coupling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1729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+ SQS FIFO orchestrate a 7-stage filing pipeline — no direct invocation, all routing via source/destination tags.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3968496"/>
            <a:ext cx="5212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3968496"/>
            <a:ext cx="73152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0782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Polyglot + shared packages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4256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NestJS, Python handlers, C# services sharing transformers, validators, and awsServices/ — simple per-file ports will break invariants.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5221224"/>
            <a:ext cx="5212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5221224"/>
            <a:ext cx="73152" cy="1143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330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contracts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56784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 SSM, role-based access in permission.json, Cognito JWT flows, idempotency keys — not obvious from code alone.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623560"/>
            <a:ext cx="5760720" cy="7772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6692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Hand-migration is months per module. We need a system that learns the code, plans the waves, and writes the Azure target — with human gates where they matter.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Approach: Agentic Modernization on MAF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73152" cy="210312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Agents, not scripts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LLM agents (scanner, grapher, architect, coder, reviewer) with tightly-scoped @tool surfaces beat bespoke codemods — they adapt to polyglot code and learn from critic feedback.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554480"/>
            <a:ext cx="73152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where possible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(tree-sitter) for imports/calls, boto3 pattern registry for resource resolution, topological wave scheduler. LLMs are reserved for judgement and free-form artifacts.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40480"/>
            <a:ext cx="73152" cy="210312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50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Strangler Fig migration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Phase-wise waves from leaf modules inward. Anti-corruption layer lets Azure-side code call still-AWS dependencies until the last wave lands (ref: Thoughtworks mainframe modernization).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840480"/>
            <a:ext cx="73152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950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gates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+ target design reviewed before any code is written. Approved backlog is the only gate into migration fanout. Every stage emits artifacts to disk.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 — MAF Workflow / DAG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828800" cy="47548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</a:rPr>
              <a:t>AWS 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Lambdas (Py/Node/C#)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bus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 FIFO queues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/ SSM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Serverless.yml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6002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MAF Workflow (Agentic DAG)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6675120" cy="1371600"/>
          </a:xfrm>
          <a:prstGeom prst="rect">
            <a:avLst/>
          </a:prstGeom>
          <a:solidFill>
            <a:srgbClr val="E8F2FB"/>
          </a:solidFill>
          <a:ln w="12700">
            <a:solidFill>
              <a:srgbClr val="2BB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0574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DISCOVERY  •  6-node MAF Workflow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2BB0ED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86200" y="26974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05072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2BB0ED"/>
          </a:solidFill>
          <a:ln/>
        </p:spPr>
      </p:sp>
      <p:sp>
        <p:nvSpPr>
          <p:cNvPr id="21" name="Text 19"/>
          <p:cNvSpPr/>
          <p:nvPr/>
        </p:nvSpPr>
        <p:spPr>
          <a:xfrm>
            <a:off x="4005072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65192" y="26974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84064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2BB0ED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26974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63056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2BB0ED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23176" y="26974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42048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2BB0ED"/>
          </a:solidFill>
          <a:ln/>
        </p:spPr>
      </p:sp>
      <p:sp>
        <p:nvSpPr>
          <p:cNvPr id="30" name="Text 28"/>
          <p:cNvSpPr/>
          <p:nvPr/>
        </p:nvSpPr>
        <p:spPr>
          <a:xfrm>
            <a:off x="7242048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02168" y="26974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21040" y="242316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2423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34640" y="30358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6B"/>
                </a:solidFill>
              </a:rPr>
              <a:t>Critics loop (≤3 attempts) on every stage  •  artifact-on-disk DAG  •  human approval gate on backlog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0" y="3520440"/>
            <a:ext cx="6675120" cy="1645920"/>
          </a:xfrm>
          <a:prstGeom prst="rect">
            <a:avLst/>
          </a:prstGeom>
          <a:solidFill>
            <a:srgbClr val="FFF4E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5844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</a:rPr>
              <a:t>MIGRATION  •  7-gate pipeline (per module, fanout by wave)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86200" y="425196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005072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4005072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65192" y="425196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84064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84064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44184" y="425196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163056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47" name="Text 45"/>
          <p:cNvSpPr/>
          <p:nvPr/>
        </p:nvSpPr>
        <p:spPr>
          <a:xfrm>
            <a:off x="6163056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23176" y="425196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242048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50" name="Text 48"/>
          <p:cNvSpPr/>
          <p:nvPr/>
        </p:nvSpPr>
        <p:spPr>
          <a:xfrm>
            <a:off x="7242048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02168" y="425196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321040" y="397764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3977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834640" y="45902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5A1A"/>
                </a:solidFill>
              </a:rPr>
              <a:t>Self-heal loop ≤3 attempts  •  eval-failures.json feedback  •  immutable sprint contract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0" y="5257800"/>
            <a:ext cx="6675120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6" name="Text 54"/>
          <p:cNvSpPr/>
          <p:nvPr/>
        </p:nvSpPr>
        <p:spPr>
          <a:xfrm>
            <a:off x="2834640" y="53218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Shared harness  •  Context engineering  •  Prompt + SQLite cache  •  Session memory  •  Observability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0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58" name="Text 56"/>
          <p:cNvSpPr/>
          <p:nvPr/>
        </p:nvSpPr>
        <p:spPr>
          <a:xfrm>
            <a:off x="2926080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05072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4005072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Compressor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84064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62" name="Text 60"/>
          <p:cNvSpPr/>
          <p:nvPr/>
        </p:nvSpPr>
        <p:spPr>
          <a:xfrm>
            <a:off x="5084064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cache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63056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64" name="Text 62"/>
          <p:cNvSpPr/>
          <p:nvPr/>
        </p:nvSpPr>
        <p:spPr>
          <a:xfrm>
            <a:off x="6163056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rules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242048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66" name="Text 64"/>
          <p:cNvSpPr/>
          <p:nvPr/>
        </p:nvSpPr>
        <p:spPr>
          <a:xfrm>
            <a:off x="7242048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IDs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321040" y="56692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68" name="Text 66"/>
          <p:cNvSpPr/>
          <p:nvPr/>
        </p:nvSpPr>
        <p:spPr>
          <a:xfrm>
            <a:off x="8321040" y="5669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budget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829800" y="1554480"/>
            <a:ext cx="1828800" cy="4754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0" name="Text 68"/>
          <p:cNvSpPr/>
          <p:nvPr/>
        </p:nvSpPr>
        <p:spPr>
          <a:xfrm>
            <a:off x="98298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B0ED"/>
                </a:solidFill>
              </a:rPr>
              <a:t>Azure Target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9212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(HTTP/Bus)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9212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 / Event Grid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9212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DB change feed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92124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/ Key Vault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92124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92124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Insights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92124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 IaC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377440" y="3931920"/>
            <a:ext cx="32004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464040" y="3931920"/>
            <a:ext cx="32004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× DAGs — Who Runs What, and When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A60"/>
                </a:solidFill>
              </a:rPr>
              <a:t>Two graphs. Neither has agent nodes. Agents are stateless workers that process the DAGs.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623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5623560" cy="73152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MAF Workflow DAG   (static pipeline)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Nodes = stages (RepoScanner, Grapher, BRD, Architect, Stories, Scheduler). Hand-authored in Python with `@workflow.node` + declared edges. Same shape every run.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Scanner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ED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63624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563624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Grapher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22576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ED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41448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2441448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ED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78224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ED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97096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197096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56048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ED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3246120"/>
            <a:ext cx="7772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246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3794760"/>
            <a:ext cx="1280160" cy="36576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Shape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Hand-coded Python; stable across runs.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270248"/>
            <a:ext cx="1280160" cy="36576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270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Edges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57400" y="4270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Declared: `Scanner → Grapher → BRD …`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4745736"/>
            <a:ext cx="1280160" cy="36576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7457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Parallelism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57400" y="47457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Fixed — grapher fan-out inside a stage, not across stages.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5221224"/>
            <a:ext cx="1280160" cy="36576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2212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Persistence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57400" y="5221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Artifacts per stage under `discovery/&lt;repo&gt;/`.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5696712"/>
            <a:ext cx="1280160" cy="36576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6967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Failure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57400" y="56967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Critic FAIL → self-heal (≤3) → halt on 3× FAIL.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623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920240"/>
            <a:ext cx="56235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21031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Wave DAG   (built at runtime by wave_scheduler.py)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46520" y="24505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Nodes = modules only. Topologically sorted by cross-module imports → ordered waves. This is what `[progress] ▶ wave N` refers to in run logs.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46520" y="3246120"/>
            <a:ext cx="1234440" cy="1005840"/>
          </a:xfrm>
          <a:prstGeom prst="rect">
            <a:avLst/>
          </a:prstGeom>
          <a:solidFill>
            <a:srgbClr val="EEF2F9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</a:rPr>
              <a:t>W1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3538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3524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72400" y="3246120"/>
            <a:ext cx="1234440" cy="1005840"/>
          </a:xfrm>
          <a:prstGeom prst="rect">
            <a:avLst/>
          </a:prstGeom>
          <a:solidFill>
            <a:srgbClr val="EEF2F9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</a:rPr>
              <a:t>W2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3538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dynamo_repo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1812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blob_repo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96112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→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098280" y="3246120"/>
            <a:ext cx="1234440" cy="1005840"/>
          </a:xfrm>
          <a:prstGeom prst="rect">
            <a:avLst/>
          </a:prstGeom>
          <a:solidFill>
            <a:srgbClr val="EEF2F9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9828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</a:rPr>
              <a:t>W3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144000" y="3538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filing_q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14400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bot_resp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28700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→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424160" y="3246120"/>
            <a:ext cx="1234440" cy="1005840"/>
          </a:xfrm>
          <a:prstGeom prst="rect">
            <a:avLst/>
          </a:prstGeom>
          <a:solidFill>
            <a:srgbClr val="EEF2F9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42416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</a:rPr>
              <a:t>W4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469880" y="3538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4389120"/>
            <a:ext cx="1280160" cy="29260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65" name="Text 63"/>
          <p:cNvSpPr/>
          <p:nvPr/>
        </p:nvSpPr>
        <p:spPr>
          <a:xfrm>
            <a:off x="6492240" y="4389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Shape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818120" y="43891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Built per run from graph.json edges.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46520" y="4736592"/>
            <a:ext cx="1280160" cy="29260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68" name="Text 66"/>
          <p:cNvSpPr/>
          <p:nvPr/>
        </p:nvSpPr>
        <p:spPr>
          <a:xfrm>
            <a:off x="6492240" y="4736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Edges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818120" y="4736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`depends_on` between modules (imports + shares_db).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446520" y="5084064"/>
            <a:ext cx="1280160" cy="29260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71" name="Text 69"/>
          <p:cNvSpPr/>
          <p:nvPr/>
        </p:nvSpPr>
        <p:spPr>
          <a:xfrm>
            <a:off x="6492240" y="50840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Parallelism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818120" y="50840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All modules inside a wave migrate concurrently.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46520" y="5431536"/>
            <a:ext cx="1280160" cy="29260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74" name="Text 72"/>
          <p:cNvSpPr/>
          <p:nvPr/>
        </p:nvSpPr>
        <p:spPr>
          <a:xfrm>
            <a:off x="6492240" y="54315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Persistence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818120" y="54315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`backlog.json` — ordered wave list, resumable.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46520" y="5779008"/>
            <a:ext cx="1280160" cy="29260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77" name="Text 75"/>
          <p:cNvSpPr/>
          <p:nvPr/>
        </p:nvSpPr>
        <p:spPr>
          <a:xfrm>
            <a:off x="6492240" y="57790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Failure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818120" y="57790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Module fail → transitive descendants skipped.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02920" y="6236208"/>
            <a:ext cx="1138428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80" name="Text 78"/>
          <p:cNvSpPr/>
          <p:nvPr/>
        </p:nvSpPr>
        <p:spPr>
          <a:xfrm>
            <a:off x="640080" y="62362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Agents (scanner, grapher, coder, reviewer…) are stateless workers called by nodes. They receive prompt + @tools + AGENTS.md — never a DAG reference. One agent executes one Workflow-DAG node OR one Wave-DAG module.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WORKFLOW (PHASE 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Workflow — Repo → Approved Backlog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Shape 5"/>
          <p:cNvSpPr/>
          <p:nvPr/>
        </p:nvSpPr>
        <p:spPr>
          <a:xfrm>
            <a:off x="3703320" y="162763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6276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RepoScanner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Walk repo, classify modules, detect language, pin handler entrypoints.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15384" y="226314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55448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162763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6276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1600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DependencyGrapher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Tree-sitter imports + boto3 call sites → typed graph of modules &amp; AWS resources.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55864" y="226314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83880" y="155448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55448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84280" y="162763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11384280" y="16276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1600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BRDExtractor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brd/*.md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Per-module + system BRD: triggers, rules, side-effects, non-functionals, PII.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24612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24612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0" name="Shape 28"/>
          <p:cNvSpPr/>
          <p:nvPr/>
        </p:nvSpPr>
        <p:spPr>
          <a:xfrm>
            <a:off x="3703320" y="331927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3319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291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design/*.md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931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Azure target mapping: bindings, state, secrets, identity, IaC, observability.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15384" y="39547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43400" y="324612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324612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8" name="Shape 36"/>
          <p:cNvSpPr/>
          <p:nvPr/>
        </p:nvSpPr>
        <p:spPr>
          <a:xfrm>
            <a:off x="7543800" y="331927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3319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80560" y="3291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StoryDecomposer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8056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stories.json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3931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Epics + stories with depends_on edges (code + resource-level).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55864" y="3954780"/>
            <a:ext cx="118872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183880" y="3246120"/>
            <a:ext cx="37033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3880" y="3246120"/>
            <a:ext cx="37033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84280" y="3319272"/>
            <a:ext cx="411480" cy="228600"/>
          </a:xfrm>
          <a:prstGeom prst="roundRect">
            <a:avLst>
              <a:gd name="adj" fmla="val 32000"/>
            </a:avLst>
          </a:prstGeom>
          <a:solidFill>
            <a:srgbClr val="FF9900"/>
          </a:solidFill>
          <a:ln/>
        </p:spPr>
      </p:sp>
      <p:sp>
        <p:nvSpPr>
          <p:cNvPr id="47" name="Text 45"/>
          <p:cNvSpPr/>
          <p:nvPr/>
        </p:nvSpPr>
        <p:spPr>
          <a:xfrm>
            <a:off x="11384280" y="3319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21040" y="3291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WaveScheduler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2104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backlog.json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3931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Deterministic topological sort → ordered waves. No LLM. Cycle = hard error.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0ED"/>
                </a:solidFill>
              </a:rPr>
              <a:t>Critic pattern (identical shape at every stage)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580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Each producer agent is paired with a read-only critic. Critic returns {verdict: PASS|FAIL, reasons, suggestions} against a ground-truth scan of predecessors. FAIL reasons inject into the next attempt (≤3). 3× FAIL writes blocked.md and halts — human steers then resumes; earlier stages are cache-hit.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WORKFLOW (PHASE 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Pipeline — 7-Gate Self-Healing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10058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</a:rPr>
              <a:t>Analyzer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  |  claude-opus-4.6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691640"/>
            <a:ext cx="0" cy="64008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66420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Read Lambda source, map AWS deps, complexity score. Writes analysis.md. Cached in SQLite.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00200" y="2578608"/>
            <a:ext cx="10058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</a:rPr>
              <a:t>Sprint Contract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 + tester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715768"/>
            <a:ext cx="0" cy="64008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88336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Coder proposes PASS definition; tester finalises acceptance checks. Contract is immutable after finalization.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02736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027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3-5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0200" y="3602736"/>
            <a:ext cx="10058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</a:rPr>
              <a:t>Self-Heal Loop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≤3 attempts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739896"/>
            <a:ext cx="0" cy="64008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71246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Coder (TDD-first) → Tester (3-layer eval). On fail, structured eval-failures.json feeds back to coder.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626864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26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600200" y="4626864"/>
            <a:ext cx="10058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4700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</a:rPr>
              <a:t>Reviewer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37360" y="5065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claude-opus-4.6 + validate_bicep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0" y="4764024"/>
            <a:ext cx="0" cy="64008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473659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8-point quality checklist, Bicep transpile check. INVALID → downgrade to CHANGES_REQUESTED.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650992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650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600200" y="5650992"/>
            <a:ext cx="10058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5724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</a:rPr>
              <a:t>Security Reviewer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737360" y="6089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+ LLM (opus / gpt)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5788152"/>
            <a:ext cx="0" cy="64008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5760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Automated regex scanner + LLM deep analysis. OWASP Top-10 coverage, secrets detection.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AST-Driven Code Graph — Deterministic Foundation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From source to typed graph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B0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tree-sitter parse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Per-language grammar (Python v1; Node/C# v1.1). Extract imports, calls, function defs, class hierarchies.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B0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660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boto3 pattern registry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980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Resolve boto3/aioboto3 call sites → {resource_kind, resource_name}. Catalog covers DynamoDB, S3, SQS, SNS, Kinesis, Secrets Manager, Lambda.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5112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B0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447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graph_io assembly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Emit typed nodes (module | aws_resource) and edges (imports | reads | writes | produces | consumes | invokes | shares_db).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B0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2336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LLM fallback (bounded)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5537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Only invoked for ambiguous dynamic resource names. Keeps eval tractable; 95%+ determinism target.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B0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50200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graph_critic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53400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Ground-truth scan asserts every boto3 call has an edge; every cross-module import has an imports edge. FAIL feeds reasons to next attempt.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645920"/>
            <a:ext cx="5120640" cy="4480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B0ED"/>
                </a:solidFill>
              </a:rPr>
              <a:t>graph.json (excerpt)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24688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requestCreator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320040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dataGenerator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39319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46634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4663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0" y="24688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BB0ED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AutografRequests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692640" y="32004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969264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autografTaskBus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92640" y="393192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3DDC97"/>
          </a:solidFill>
          <a:ln/>
        </p:spPr>
      </p:sp>
      <p:sp>
        <p:nvSpPr>
          <p:cNvPr id="41" name="Text 39"/>
          <p:cNvSpPr/>
          <p:nvPr/>
        </p:nvSpPr>
        <p:spPr>
          <a:xfrm>
            <a:off x="969264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CommonQueue.fifo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2640" y="46634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B57EDC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SSM /autograf/*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686800" y="2674620"/>
            <a:ext cx="10058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686800" y="2674620"/>
            <a:ext cx="1005840" cy="73152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86800" y="3406140"/>
            <a:ext cx="1005840" cy="-73152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686800" y="4137660"/>
            <a:ext cx="1005840" cy="-146304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686800" y="4137660"/>
            <a:ext cx="10058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686800" y="4869180"/>
            <a:ext cx="1005840" cy="-219456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686800" y="4869180"/>
            <a:ext cx="10058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766560" y="5715000"/>
            <a:ext cx="146304" cy="14630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5687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module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54112" y="5715000"/>
            <a:ext cx="146304" cy="146304"/>
          </a:xfrm>
          <a:prstGeom prst="ellipse">
            <a:avLst/>
          </a:prstGeom>
          <a:solidFill>
            <a:srgbClr val="2BB0ED"/>
          </a:solidFill>
          <a:ln/>
        </p:spPr>
      </p:sp>
      <p:sp>
        <p:nvSpPr>
          <p:cNvPr id="54" name="Text 52"/>
          <p:cNvSpPr/>
          <p:nvPr/>
        </p:nvSpPr>
        <p:spPr>
          <a:xfrm>
            <a:off x="7936992" y="5687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DynamoDB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741664" y="5715000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6" name="Text 54"/>
          <p:cNvSpPr/>
          <p:nvPr/>
        </p:nvSpPr>
        <p:spPr>
          <a:xfrm>
            <a:off x="8924544" y="5687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EventBridge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729216" y="571500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8" name="Text 56"/>
          <p:cNvSpPr/>
          <p:nvPr/>
        </p:nvSpPr>
        <p:spPr>
          <a:xfrm>
            <a:off x="9912096" y="5687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SQS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716768" y="5715000"/>
            <a:ext cx="146304" cy="146304"/>
          </a:xfrm>
          <a:prstGeom prst="ellipse">
            <a:avLst/>
          </a:prstGeom>
          <a:solidFill>
            <a:srgbClr val="B57EDC"/>
          </a:solidFill>
          <a:ln/>
        </p:spPr>
      </p:sp>
      <p:sp>
        <p:nvSpPr>
          <p:cNvPr id="60" name="Text 58"/>
          <p:cNvSpPr/>
          <p:nvPr/>
        </p:nvSpPr>
        <p:spPr>
          <a:xfrm>
            <a:off x="10899648" y="5687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SSM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Strangler Fig — Phased, Evidence-Driven Migration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F3D"/>
                </a:solidFill>
              </a:rPr>
              <a:t>Inspired by Thoughtworks mainframe modernization: route traffic through a facade; migrate slice-by-slice from leaves inward; keep an anti-corruption layer (ACL) between new Azure code and still-live AWS dependencies until the final cutover.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5568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4688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Wave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24688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Focus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Stays on AWS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5548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Moves to Azure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1115568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26080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Foundation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97480" y="2834640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Bicep landing zone, Service Bus, Cosmos DB, Event Grid, Key Vault, Managed Identity, App Insights. Deploy empty Function App shells.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80960" y="283464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55480" y="2834640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11155680" cy="557784"/>
          </a:xfrm>
          <a:prstGeom prst="rect">
            <a:avLst/>
          </a:prstGeom>
          <a:solidFill>
            <a:srgbClr val="EEF3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29584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2BB0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29584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80160" y="3438144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Leaf utilities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97480" y="3438144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Pure transformer/validator modules (no AWS SDK). State-independent service types. Ideal targets for first self-heal loop.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80960" y="3438144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A00"/>
                </a:solidFill>
              </a:rPr>
              <a:t>Orchestrators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555480" y="3438144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transformer/, validator/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041648"/>
            <a:ext cx="1115568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133088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2BB0E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133088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80160" y="4041648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Shared stores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97480" y="404164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Cosmos DB mirrors of DynamoDB tables; dual-write pattern driven by ACL. SSM → Key Vault. S3 → Blob (alias reads).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0" y="4041648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A00"/>
                </a:solidFill>
              </a:rPr>
              <a:t>Bots, filer services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555480" y="404164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db.service, ssm.service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645152"/>
            <a:ext cx="11155680" cy="557784"/>
          </a:xfrm>
          <a:prstGeom prst="rect">
            <a:avLst/>
          </a:prstGeom>
          <a:solidFill>
            <a:srgbClr val="EEF3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736592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736592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80160" y="464515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Event lanes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697480" y="4645152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EventBridge rules → Event Grid topics with dual-publish bridge. SQS FIFO → Service Bus sessions. Traffic-shift 10% → 50% → 100%.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80960" y="4645152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A00"/>
                </a:solidFill>
              </a:rPr>
              <a:t>Filer HTTP ELBs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55480" y="4645152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eventBridge.service, sqs.service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1115568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5340096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FF9900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340096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280160" y="5248656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Handlers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697480" y="5248656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requestCreator, dataGenerator, validator, filingQueueStatusHandler, filer migrate in topological order defined by graph.json edges.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80960" y="5248656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A00"/>
                </a:solidFill>
              </a:rPr>
              <a:t>generalService (auth)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555480" y="5248656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lambdas/*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5852160"/>
            <a:ext cx="11155680" cy="557784"/>
          </a:xfrm>
          <a:prstGeom prst="rect">
            <a:avLst/>
          </a:prstGeom>
          <a:solidFill>
            <a:srgbClr val="EEF3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943600"/>
            <a:ext cx="594360" cy="374904"/>
          </a:xfrm>
          <a:prstGeom prst="roundRect">
            <a:avLst>
              <a:gd name="adj" fmla="val 19512"/>
            </a:avLst>
          </a:prstGeom>
          <a:solidFill>
            <a:srgbClr val="EF476F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5943600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280160" y="585216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Perimeter + cutover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697480" y="5852160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Cognito → Entra ID / B2C. generalServiceHandler &amp; uploadOrders port behind API Management. Decommission serverless.yml.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80960" y="585216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A00"/>
                </a:solidFill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555480" y="5852160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generalService, uploadOrders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CB8"/>
                </a:solidFill>
              </a:rPr>
              <a:t>Reference: thoughtworks.com/clients/mainframe-modernization-ai — AI-assisted strangler-fig migration for legacy estates.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COMPONENT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 — Fit the Code into the Window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chunker.py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Semantic file splitting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AST-boundary-aware chunks. Never breaks a function mid-body; groups related imports+decorator+def blocks.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5448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compressor.py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Progressive compression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Older turns compressed to 30% density; recent turns + current artifacts kept verbatim. Preserves decision trail.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55448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token_estimator.py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Budget calculator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chars ÷ 3.0 × role-multiplier. Analyzer/Reviewer → full; Coder → tighter. Used to pick model tier.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8620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complexity_scorer.py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12-pattern Lambda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Detects idempotency keys, stream handlers, SSM patterns, transactWrite, async fan-out. Drives speed profile selection.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88620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88620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injection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Repo + module context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Repo-level and module-level AGENTS.md appended after quality-principles, learned-rules, program.md. Module overrides win.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92440" y="388620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3886200"/>
            <a:ext cx="365760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prompt layering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Deterministic order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1 Stage prompt  →  2 quality-principles  →  3 learned-rules  →  4 program.md  →  5 repo AGENTS.md  →  6 module AGENTS.md.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COMPONENT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Cache &amp; Session Memory — SQLite-Backed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Two-layer memory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9144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Stage cache (per-run)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discovery_stage_cache(repo_id, stage_name, input_hash, artifact_path). Hash = predecessor_artifacts + prompt_version. Hash miss = re-run.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88920"/>
            <a:ext cx="73152" cy="9144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62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Analysis cache (cross-run)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Lambda AST parse + complexity scoring memoized in SQLite. Retry runs skip re-analysis entirely.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94760"/>
            <a:ext cx="73152" cy="9144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67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Chunk status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Which file chunks have been visited per module. Enables resume after crash without re-consuming tokens.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800600"/>
            <a:ext cx="73152" cy="9144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73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Resume log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1663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Per-run trace of gate completions. `GET /status/&lt;module&gt;` replays deterministically from log.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Session memory (state_manager.py)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783080"/>
            <a:ext cx="54406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8562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learned-rules.md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21488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Critic reasons distilled into first-class rules. Injected into every subsequent agent prompt. Gets sharper as the estate migrates.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54406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862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coverage-baseline.txt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31546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Ratchets up only. Prevents regression — a wave that lowers coverage blocks merge.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794760"/>
            <a:ext cx="54406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67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program.md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41605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Human steering surface. Edit mid-run to override max attempts, skip integration tests, retune confidence thresholds.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4800600"/>
            <a:ext cx="54406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873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(repo/module)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0" y="51663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Domain glossary, invariants (idempotency on request_id), forbidden patterns. Travels with the code, not the harness.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COMPONENT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Tools — Curated @tool Surfaces per Role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F3D"/>
                </a:solidFill>
              </a:rPr>
              <a:t>Every agent receives the minimum tool set it needs. Tools are pure Python functions decorated with `@tool(approval_mode="never_require")`.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24028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11680"/>
            <a:ext cx="2240280" cy="36576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I/O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 / write_file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Workspace-scoped, read-only for reviewer &amp; critics.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list_directory / search_files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0965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Globbed listing + regex search for scanner and architect.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07208" y="2011680"/>
            <a:ext cx="224028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2011680"/>
            <a:ext cx="224028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2898648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tree_sitter_py.parse_imports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44368" y="28620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Deterministic import extraction.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44368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ast_tools.extract_functions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44368" y="40965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Function + class defs with signatures.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44368" y="4983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aws_sdk_patterns.resolve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44368" y="533095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boto3 call → {resource_kind, name}.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11496" y="2011680"/>
            <a:ext cx="224028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11496" y="2011680"/>
            <a:ext cx="2240280" cy="3657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4" name="Text 22"/>
          <p:cNvSpPr/>
          <p:nvPr/>
        </p:nvSpPr>
        <p:spPr>
          <a:xfrm>
            <a:off x="5202936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48656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apply_patch(edits)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48656" y="28620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All-or-nothing batch of search-replace edits with expected_count. Atomic failure isolation.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15784" y="2011680"/>
            <a:ext cx="224028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15784" y="2011680"/>
            <a:ext cx="2240280" cy="36576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29" name="Text 27"/>
          <p:cNvSpPr/>
          <p:nvPr/>
        </p:nvSpPr>
        <p:spPr>
          <a:xfrm>
            <a:off x="7507224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52944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test_runner.run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52944" y="28620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pytest / jest with coverage capture.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2944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validate_bicep(path)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52944" y="40965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`az bicep build --stdout`. VALID | INVALID | SKIPPED.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20072" y="2011680"/>
            <a:ext cx="224028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0072" y="2011680"/>
            <a:ext cx="224028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9811512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 I/O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57232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graph_io.add_node / add_edge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57232" y="28620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Typed graph construction with round-trip Pydantic schemas.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&amp; Security — Enforced, Not Aspirational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Engineering principles (injected into every agent)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Small 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≤300 LOC (code_quality.py)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Functions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≤50 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Static typing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type hints (mypy-compatible)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Layered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architecture_checker.py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No secrets in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security_scanner.py regex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34340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Explicit error handling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+ quality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84632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46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TDD-first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 in pipeline ordering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349240"/>
            <a:ext cx="73152" cy="4114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Coverage ratcheting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state/coverage-baseline.txt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Security Reviewer (Gate 7)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1828800"/>
            <a:ext cx="5303520" cy="22860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Automated + LLM layered scan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OWASP Top-10 regex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A01 broken access, A02 crypto, A03 injection, A05 misconfig, A07 auth.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379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Secrets scanner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12480" y="2697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Hard-coded keys, tokens, connection strings, AWS access patterns.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LLM deep review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Structured finding JSON with severity + recommendation.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379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Bicep validation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3611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INVALID → recommendation downgraded below APPROVE automatically.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Observability &amp; hardening (sub-project D.2)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466344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709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per_call_seconds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4956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A60"/>
                </a:solidFill>
              </a:rPr>
              <a:t>Wallclock cap per agent.run (default 120s) with backoff + retry.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52560" y="466344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4709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per_stage_seconds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144000" y="4956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A60"/>
                </a:solidFill>
              </a:rPr>
              <a:t>Stage-level cap; exceeding marks the stage blocked for human review.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553212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per_run_token_cap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5824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A60"/>
                </a:solidFill>
              </a:rPr>
              <a:t>Cumulative cap; excess returns HTTP 402, partial artifacts preserved.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052560" y="553212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 / stage / attempt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44000" y="5824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A60"/>
                </a:solidFill>
              </a:rPr>
              <a:t>ContextVar-backed structured logging; LOG_FORMAT=json for ingestion.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SUB-PROJECT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 — Regression-Guard Every Change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73152" cy="118872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C97"/>
                </a:solidFill>
              </a:rPr>
              <a:t>$0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888"/>
                </a:solidFill>
              </a:rPr>
              <a:t>Every commit / CI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Reuses canned responses from mocked-LLM tests. Same scorers as real-LLM tier; scores stage outputs against golden corpora.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55778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80360"/>
            <a:ext cx="73152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real_llm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~$0.10–$1/run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888"/>
                </a:solidFill>
              </a:rPr>
              <a:t>Manual / nightly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</a:rPr>
              <a:t>Live pipeline against each corpus. ~8 LLM calls × 5 stages × N corpora. Fails CI below threshold.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Per-stage scoring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Stage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3564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B0ED"/>
                </a:solidFill>
              </a:rPr>
              <a:t>Threshold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Exact-match on module IDs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3564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1.00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788920"/>
            <a:ext cx="53035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Jaccard on edge triples + AWS coverage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3564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0.90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291840"/>
            <a:ext cx="5303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095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Epic / count / dep / AC sub-scores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3564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0.85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794760"/>
            <a:ext cx="53035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0956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Structural + LLM-as-judge rubric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35640" y="3794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0.70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0956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60"/>
                </a:solidFill>
              </a:rPr>
              <a:t>Structural + LLM-as-judge rubric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3564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0.70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5595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Rubrics live as YAML at agent_harness/eval/rubrics/*.yaml  •  per-rubric judge model override  •  results at eval-results/&lt;ts&gt;-&lt;corpus&gt;/report.{json,md}  •  exit code 0/1 gates CI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— From Repo to Approved PRs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19456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/discover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Runs 6-node Workflow. Artifacts → discovery/&lt;repo_id&gt;/*.json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02052" y="2331720"/>
            <a:ext cx="6400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0632" y="1554480"/>
            <a:ext cx="219456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2907792" y="169164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07792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07792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07792" y="2423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WaveScheduler topologically orders backlog. Backlog is unapproved.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9764" y="2331720"/>
            <a:ext cx="6400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38344" y="1554480"/>
            <a:ext cx="219456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175504" y="169164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/approve/backlog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75504" y="2423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Human gate. Persistence-level flag. Fanout refuses until true.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37476" y="2331720"/>
            <a:ext cx="6400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06056" y="1554480"/>
            <a:ext cx="219456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Shape 22"/>
          <p:cNvSpPr/>
          <p:nvPr/>
        </p:nvSpPr>
        <p:spPr>
          <a:xfrm>
            <a:off x="7443216" y="169164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43216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43216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/migrate-repo/sync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43216" y="2423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Wave-by-wave fanout. Concurrent within wave under global semaphore.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05188" y="2331720"/>
            <a:ext cx="6400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73768" y="1554480"/>
            <a:ext cx="219456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0" name="Shape 28"/>
          <p:cNvSpPr/>
          <p:nvPr/>
        </p:nvSpPr>
        <p:spPr>
          <a:xfrm>
            <a:off x="9710928" y="169164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710928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10928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0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 PRs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10928" y="2423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Per module: PR with analysis, review, security-review, migrated code.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Concurrency &amp; failure semantics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904488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Wave N+1 never starts until wave N's gather() resolves.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361688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Within a wave, modules run in parallel under MAX_CONCURRENT_MIGRATIONS.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818888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Module failure → transitive dependents marked skipped; independent branches continue.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276088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Sub-project B makes source_paths/context_paths explicit — no src/lambda/ staging required.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Artifacts on disk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55080" y="3749040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discovery/&lt;repo&gt;/inventory.json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50976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Module inventory + meta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4142232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4142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discovery/&lt;repo&gt;/graph.json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509760" y="4142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Typed dependency graph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4535424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535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discovery/&lt;repo&gt;/brd/*.md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509760" y="45354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Per-module + system BRDs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4928616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928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discovery/&lt;repo&gt;/design/*.md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509760" y="49286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Azure target design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55080" y="5321808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5321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discovery/&lt;repo&gt;/backlog.json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509760" y="5321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Wave-ordered backlog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55080" y="5715000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5715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migration-analysis/&lt;mod&gt;/*.md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509760" y="5715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analysis / review / security-review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355080" y="6108192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6108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$MIGRATED_DIR/&lt;mod&gt;/function_app.py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509760" y="6108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</a:rPr>
              <a:t>Generated Azure Function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→ Azure Binding &amp; Service 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5568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</a:rPr>
              <a:t>AWS (source)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</a:rPr>
              <a:t>Azure (target)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6404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</a:rPr>
              <a:t>Migration note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155680" cy="393192"/>
          </a:xfrm>
          <a:prstGeom prst="rect">
            <a:avLst/>
          </a:prstGeom>
          <a:solidFill>
            <a:srgbClr val="F5F7FA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HTTP trigger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87452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 → Lambda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87452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trigger on Function App + APIM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64040" y="187452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Cognito → Entra ID / B2C with JWT bridge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313432"/>
            <a:ext cx="11155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13432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Queue trigger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231343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SQS FIFO (AutografCommonQueue)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31343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Bus queue with sessions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64040" y="231343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Session id = jurisdiction#serviceType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752344"/>
            <a:ext cx="11155680" cy="393192"/>
          </a:xfrm>
          <a:prstGeom prst="rect">
            <a:avLst/>
          </a:prstGeom>
          <a:solidFill>
            <a:srgbClr val="F5F7FA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5234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Pub/sub events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34640" y="275234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EventBridge (autografTaskDispatcher)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75234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Grid custom topic + subscriptions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275234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source/destination → subject routing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191256"/>
            <a:ext cx="11155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9125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Streams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34640" y="319125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Streams / Kinesis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19125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DB change feed / Event Hubs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64040" y="31912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Checkpointing via blob lease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630168"/>
            <a:ext cx="11155680" cy="393192"/>
          </a:xfrm>
          <a:prstGeom prst="rect">
            <a:avLst/>
          </a:prstGeom>
          <a:solidFill>
            <a:srgbClr val="F5F7FA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3016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Key-value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36301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(AutografRequests, ApplicationData)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6301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DB NoSQL with partition key parity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64040" y="363016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Dual-write during W2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069080"/>
            <a:ext cx="11155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690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Object storage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406908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(autograf bucket + presigned)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406908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Blob + SAS tokens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64040" y="40690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Preserve 2h signed URL window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507992"/>
            <a:ext cx="11155680" cy="393192"/>
          </a:xfrm>
          <a:prstGeom prst="rect">
            <a:avLst/>
          </a:prstGeom>
          <a:solidFill>
            <a:srgbClr val="F5F7FA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507992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Secrets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834640" y="4507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SSM Parameter Store (SecureString)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4507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Vault + Managed Identity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64040" y="45079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SSM path → KV secret name map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946904"/>
            <a:ext cx="11155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94690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Identity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34640" y="494690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role per Lambda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494690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Identity + RBAC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464040" y="494690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Least-privilege translation in Bicep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5385816"/>
            <a:ext cx="11155680" cy="393192"/>
          </a:xfrm>
          <a:prstGeom prst="rect">
            <a:avLst/>
          </a:prstGeom>
          <a:solidFill>
            <a:srgbClr val="F5F7FA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38581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Observability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834640" y="538581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CloudWatch logs + metrics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2200" y="538581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Insights + KQL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464040" y="53858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Trace id propagation end-to-end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5824728"/>
            <a:ext cx="11155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82472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IaC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834640" y="582472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Serverless Framework (serverless.yml)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72200" y="582472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Bicep + azd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464040" y="582472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A60"/>
                </a:solidFill>
              </a:rPr>
              <a:t>validate_bicep before reviewer APPROVE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B0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Roster — Pluggable via Azure AI Foundry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A60"/>
                </a:solidFill>
              </a:rPr>
              <a:t>FoundryChatClient is the single seam. Each role's model is a settings.yaml key — swap per agent, per stage, or per rubric without touching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solidFill>
            <a:srgbClr val="0F1F3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2011680"/>
            <a:ext cx="2377440" cy="438912"/>
          </a:xfrm>
          <a:prstGeom prst="rect">
            <a:avLst/>
          </a:prstGeom>
          <a:solidFill>
            <a:srgbClr val="0F1F3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2011680"/>
            <a:ext cx="2377440" cy="438912"/>
          </a:xfrm>
          <a:prstGeom prst="rect">
            <a:avLst/>
          </a:prstGeom>
          <a:solidFill>
            <a:srgbClr val="0F1F3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7528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(Azure)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2011680"/>
            <a:ext cx="4023360" cy="438912"/>
          </a:xfrm>
          <a:prstGeom prst="rect">
            <a:avLst/>
          </a:prstGeom>
          <a:solidFill>
            <a:srgbClr val="0F1F3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20116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50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/ Grapher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24505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0088" y="2450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57800" y="24505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2450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245059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4968" y="24505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scans; cheap + fast tier.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889504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889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/ BRD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80360" y="2889504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2889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claude-opus-4.6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2889504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2889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35240" y="2889504"/>
            <a:ext cx="402336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28895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Long-context synthesis; strong structured markdown.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32841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3284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(TDD)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80360" y="332841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0088" y="33284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claude-opus-4.6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57800" y="332841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67528" y="33284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35240" y="3328416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33284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diff-fidelity for apply_patch across polyglot code.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3767328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37673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80360" y="3767328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0088" y="37673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257800" y="3767328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67528" y="37673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claude-sonnet-4.6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35240" y="3767328"/>
            <a:ext cx="402336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44968" y="3767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rubric scoring; low-temperature.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20624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(Gate 6)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880360" y="420624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0088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claude-opus-4.6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57800" y="420624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67528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4206240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44968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Nuanced judgement on 8-point checklist; Bicep reasoning.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4645152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" y="46451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Reviewer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880360" y="4645152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0088" y="46451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claude-opus-4.6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57800" y="4645152"/>
            <a:ext cx="237744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67528" y="46451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35240" y="4645152"/>
            <a:ext cx="4023360" cy="438912"/>
          </a:xfrm>
          <a:prstGeom prst="rect">
            <a:avLst/>
          </a:prstGeom>
          <a:solidFill>
            <a:srgbClr val="EEF2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44968" y="46451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OWASP analysis + secret pattern reasoning.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02920" y="508406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" y="50840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(eval)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880360" y="508406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90088" y="50840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257800" y="508406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67528" y="50840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635240" y="508406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44968" y="50840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Cost-efficient rubric scoring; per-rubric override in YAML.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All models served via Azure AI Foundry with Managed Identity  •  settings.yaml keys: roles.&lt;agent&gt;.model, eval.judge_model  •  per-stage fallback on rate-limit  •  prompt cache keyed by (model, prompt_hash) so swaps don't invalidate history.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Modernization Agent  •  AWS Lambda → Azure Functions  •  Design v1.0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344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4688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8803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7033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5262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377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576072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995160"/>
            <a:ext cx="12161520" cy="0"/>
          </a:xfrm>
          <a:prstGeom prst="line">
            <a:avLst/>
          </a:prstGeom>
          <a:noFill/>
          <a:ln w="6350">
            <a:solidFill>
              <a:srgbClr val="1B2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640080"/>
            <a:ext cx="109728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BB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migration engine, not a migration script.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502920" y="2148840"/>
            <a:ext cx="2743200" cy="2011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2148840"/>
            <a:ext cx="27432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27889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MAF Workflow DAG; specialist agents; critic loops; artifact-on-disk resume.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2148840"/>
            <a:ext cx="2743200" cy="2011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2148840"/>
            <a:ext cx="27432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27889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AST + boto3 registry + topological scheduler. LLM only for judgement and free-form artifacts.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148840"/>
            <a:ext cx="2743200" cy="2011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2148840"/>
            <a:ext cx="27432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27889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Strangler-fig waves. ACL between Azure new-build and AWS legacy. Traffic-shift measured.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06840" y="2148840"/>
            <a:ext cx="2743200" cy="2011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Shape 34"/>
          <p:cNvSpPr/>
          <p:nvPr/>
        </p:nvSpPr>
        <p:spPr>
          <a:xfrm>
            <a:off x="9006840" y="2148840"/>
            <a:ext cx="27432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91897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89720" y="27889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7 gates, OWASP + Bicep validation, evaluation framework, token &amp; wallclock budgets.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526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4965192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9377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Run /discover on autografdriver; review inventory + graph against ground truth.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5330952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53035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Author repo-level AGENTS.md (domain glossary, idempotency rules, Azure naming).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5696712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5669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Walk the backlog with SMEs; sign-off triggers W0 Bicep landing-zone deployment.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6062472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6035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Stand up eval corpora (synthetic + aws_legacy); wire real_llm tier to nightly CI.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6428232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6400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Begin W1 migration on leaf modules (transformer/, validator/) — measure cycle time.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8"/>
                </a:solidFill>
              </a:rPr>
              <a:t>Contact: Platform Architecture  •  ms-agent-harness on internal ADO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Modernization Agent — Design</dc:title>
  <dc:subject>PptxGenJS Presentation</dc:subject>
  <dc:creator>Platform Engineering</dc:creator>
  <cp:lastModifiedBy>Platform Engineering</cp:lastModifiedBy>
  <cp:revision>1</cp:revision>
  <dcterms:created xsi:type="dcterms:W3CDTF">2026-04-15T17:59:01Z</dcterms:created>
  <dcterms:modified xsi:type="dcterms:W3CDTF">2026-04-15T17:59:01Z</dcterms:modified>
</cp:coreProperties>
</file>