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Lambda to Azure Functions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Coding Agent Architecture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two autonomous agent approaches for multi-language platform migration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Financial Industry 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AI Architecture Advisory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Migration Challenge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Migrating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33832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10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Python, Node.js, C#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441448"/>
            <a:ext cx="33832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68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functions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inter-service dependencies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099816"/>
            <a:ext cx="33832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27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55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Cosmos DB, RDS Postgres, SQS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758184"/>
            <a:ext cx="33832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856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Azure Functions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0142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Blob, Service Bus, Key Vault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 Constraints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0" y="1783080"/>
            <a:ext cx="33832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8105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LLMs only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20391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LLM providers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441448"/>
            <a:ext cx="33832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468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 Azure DevOps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2697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and Boards in ADO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3099816"/>
            <a:ext cx="33832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31272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agents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3558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developer machines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3758184"/>
            <a:ext cx="33832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37856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40142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trigger agent pipeline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1: Codex-Native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 on Azure AI Foundry with native sub-agents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solidFill>
            <a:srgbClr val="0C4A6E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Service Hook  &gt;  Azure Function Trigger  &gt;  Codex Task Dispatch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Manager Agent  |  AGENTS.md Hierarchy  |  Server-Side Compaction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901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06040"/>
            <a:ext cx="1901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(reasoning)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sandbox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 AST parsing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 mapping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42032" y="2606040"/>
            <a:ext cx="1901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42032" y="2606040"/>
            <a:ext cx="1901952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2679192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9192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codex-mini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79192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workspace-write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9192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TDD-first + ratcheting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contracts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IaC generation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2606040"/>
            <a:ext cx="1901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2606040"/>
            <a:ext cx="19019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764024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4024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o4-mini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64024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workspace-write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64024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evaluation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10-category failures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rules extraction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11696" y="2606040"/>
            <a:ext cx="19019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11696" y="2606040"/>
            <a:ext cx="190195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848856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48856" y="3017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(reasoning)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48856" y="3200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sandbox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48856" y="3474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8-point quality gate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contract check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3,757 lines  |  36% declarative config (TOML/MD)  |  Agents run INSIDE Codex sandboxes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1: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11430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058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AGENTS.md + program.md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140-line root AGENTS.md + per-language overrides + program.md steering doc. Codex loads hierarchically. Human can edit program.md mid-run.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54864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058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TOML Sub-Agents (525 lines)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TOML files with detailed instructions, model routing, sandbox modes. Each agent runs in its own Codex sandbox — no custom execution code.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40280"/>
            <a:ext cx="54864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31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Contracts + Ratcheting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6517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for done-criteria. 2-call handshake: coder proposes, tester finalizes. Coverage ratchet stored in state/ — quality only moves forward.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40280"/>
            <a:ext cx="54864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331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Context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6517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compaction, sub-agent isolation, ripgrep + tree-sitter built-in. Zero custom context engineering code needed.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66160"/>
            <a:ext cx="54864" cy="11430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57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 API (888 lines)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9776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with /migrate, /status endpoints. Codex CLI subprocess wrapper. State persisted to Azure Blob Storage. ADO PR creation on approval.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66160"/>
            <a:ext cx="54864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657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DAG Batch Scheduling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9776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migrate-batch.sh reads modules.tsv with dependencies. Leaves-first execution, 3 parallel max. Stops on 3 consecutive failures.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2: Microsoft Agent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agent framework with custom context engine, tools, and persistence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solidFill>
            <a:srgbClr val="92400E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Service Hook  &gt;  FastAPI Orchestrator  &gt;  Pipeline.run() dispatches agents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Agent Framework  |  @tool Decorator  |  FoundryChatClient  |  Speed Profiles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9019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60320"/>
            <a:ext cx="1901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97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lines Python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Analyzer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AST parsing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 detection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42032" y="2560320"/>
            <a:ext cx="19019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2560320"/>
            <a:ext cx="1901952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6" name="Text 14"/>
          <p:cNvSpPr/>
          <p:nvPr/>
        </p:nvSpPr>
        <p:spPr>
          <a:xfrm>
            <a:off x="2679192" y="2697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 lines Python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79192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Coder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9192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TDD-first migration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contracts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Bicep generation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6864" y="2560320"/>
            <a:ext cx="19019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2560320"/>
            <a:ext cx="19019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764024" y="2697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239 lines Python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4024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64024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evaluation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classification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pytest/jest runner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11696" y="2560320"/>
            <a:ext cx="190195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11696" y="2560320"/>
            <a:ext cx="190195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848856" y="26974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lines Python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48856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48856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8-point quality gate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Approve/Block logic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2,394 lines Python  |  SQLite persistence  |  Custom context engine (419 lines)  |  Custom tools (385 lines)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2: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058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Context Engine (419 lines)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chunker splits at AST boundaries (131 lines). Token estimator with complexity multipliers (56 lines). Progressive compressor: 30% older history (108 lines). Complexity scorer: 12 weighted patterns (124 lines).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54864" cy="1143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0058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Agent Tools (385 lines)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file_tools.py: read, write, search, list (104 lines). ast_tools.py: regex-based import/function parsing (147 lines). test_runner.py: pytest/jest subprocess + coverage (134 lines). All @tool decorated.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40280"/>
            <a:ext cx="54864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31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Profiles (YAML)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6517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profiles: Turbo (65K tokens), Fast, Balanced (100K), Thorough. Controls reasoning effort, parallel chunks, and token ceiling per complexity level. Configurable in settings.yaml.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40280"/>
            <a:ext cx="54864" cy="11430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331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Orchestrator (248 lines)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6517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6-gate flow in pipeline.py. Self-healing loop (max 3 attempts). Sprint contract negotiation. State updates + coverage ratchet enforcement. All hand-coded in Python.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66160"/>
            <a:ext cx="54864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657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Persistence (326 lines)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9776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tables: migration_runs, analysis_cache, chunk_status, dependencies. Checkpoint/resume: find last completed chunk. Optional Azure Blob sync for cloud scaling.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3931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66160"/>
            <a:ext cx="54864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6576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Hand-Built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9776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sandboxing (shared process). No built-in tools (custom file/AST/test tools). No auto-compaction (custom compressor). No agent isolation (shared context). 32 pip dependencies.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Head-to-Head Comparison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Criteria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Option 1: Codex Native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Option 2: MS Agent FW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Codebase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3,757 lines (36% config)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3,513 lines (all Python)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Code (excl. config)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888 lines Python + 504 bash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2,394 lines 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Definitions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 lines TOML (declarative)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695 lines Python (imperative)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(Codex built-in)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 lines (4 custom modules)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(ripgrep, tree-sitter)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 lines (3 custom modules)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Storage (192 lines)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4-table (326 lines)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 Sandbox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per agent (read/write)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process (no isolation)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manager (native)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pipeline.py (248 lines custom)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Suite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 lines (4 test modules)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1,119 lines (9 test modules)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 GB (Node + Codex CLI)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 MB (pure Python)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npm: pptxgenjs, Codex CLI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pip packages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Subprocess (Codex CLI)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In-process (faster iteration)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Deep-Dive: Engineering &amp; Operational Comparison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22960"/>
            <a:ext cx="320040" cy="3200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822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S/W Engineering Guardrails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61872"/>
            <a:ext cx="1874520" cy="20116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0" name="Shape 8"/>
          <p:cNvSpPr/>
          <p:nvPr/>
        </p:nvSpPr>
        <p:spPr>
          <a:xfrm>
            <a:off x="2331720" y="1261872"/>
            <a:ext cx="187452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1: Codex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7440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2: MS Agent FW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536192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TDD-first: TOML instruction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Ratcheting: state/coverage-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baseline.txt (monotonic)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contracts: JSON schema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2-call handshake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6-gate ratchet in AGENTS.md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rules accumulate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525 lines TOML config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77440" y="1536192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TDD-first: coder.py (184 lines)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Ratcheting: state_manager.py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(116 lines custom logic)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contracts: pipeline.py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loop (248 lines)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6-gate flow hand-coded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rules: custom I/O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695 lines Python code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46320" y="73152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56048" y="8229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76672" y="822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&amp; Large File Handling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1207008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261872"/>
            <a:ext cx="1874520" cy="20116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3720" y="1261872"/>
            <a:ext cx="187452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1: Codex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49440" y="1261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2: MS Agent FW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83480" y="1536192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compaction: auto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isolation: each gets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sandbox + context window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AGENTS.md: persistent project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across sessions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ripgrep + tree-sitter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every sandbox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Zero custom code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49440" y="1536192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chunker.py: 131 lines (AST split)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token_estimator.py: 56 lines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compressor.py: 108 lines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(30% progressive compression)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complexity_scorer.py: 124 lines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weighted patterns)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sandbox isolation at all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419 lines Python code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310896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Long-Running Complex Tasks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493008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547872"/>
            <a:ext cx="1874520" cy="20116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2" name="Shape 30"/>
          <p:cNvSpPr/>
          <p:nvPr/>
        </p:nvSpPr>
        <p:spPr>
          <a:xfrm>
            <a:off x="2331720" y="3547872"/>
            <a:ext cx="187452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547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1: Codex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377440" y="3547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2: MS Agent FW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1480" y="3822192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Auto-compaction at threshold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in isolated sandboxes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concurrently per module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batch scheduler in bash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(leaves-first, 3 parallel max)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in Blob Storage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pre-commit, lint, secrets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504 lines bash scripts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377440" y="3822192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speed profiles in YAML: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Turbo/Fast/Balanced/Thorough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TPM-aware parallelism from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(auto-calculated)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checkpoint/resume: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get_last_completed_chunk()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file-based handoff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326 lines persistence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301752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56048" y="31089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4956048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76672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 Integration &amp; Deployment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983480" y="3493008"/>
            <a:ext cx="3749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3547872"/>
            <a:ext cx="1874520" cy="20116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43" name="Shape 41"/>
          <p:cNvSpPr/>
          <p:nvPr/>
        </p:nvSpPr>
        <p:spPr>
          <a:xfrm>
            <a:off x="6903720" y="3547872"/>
            <a:ext cx="187452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4" name="Text 42"/>
          <p:cNvSpPr/>
          <p:nvPr/>
        </p:nvSpPr>
        <p:spPr>
          <a:xfrm>
            <a:off x="4983480" y="3547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1: Codex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949440" y="354787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2: MS Agent FW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83480" y="3822192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api.py (380 lines)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 wrapper (141 lines)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client: ado_client.py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(175 lines — PR + WI update)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state sync (192 lines)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Dockerfile: Node + Codex CLI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~1.2 GB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888 lines orchestrator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949440" y="3822192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api.py (180 lines)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pipeline.py (248 lines)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client: ado_client.py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(175 lines — PR + WI update)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state sync (116 lines)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Dockerfile: pure Python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~400 MB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355 lines orchestrator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vs Buy: What You Actually Write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1: Codex Harness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2: MS Agent Harness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859536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972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Sub-Agent Runtime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94560" y="10972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sandbox (built-in)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46320" y="10972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pipeline.py — 248 lines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859536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371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Definitions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1371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TOML declarative — 525 lines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classes — 695 lines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645920"/>
            <a:ext cx="859536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645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Compaction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94560" y="16459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auto-compaction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6459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compressor — 108 lines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1920240"/>
            <a:ext cx="859536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1920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Chunking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94560" y="19202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per sandbox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1920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chunker — 131 lines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194560"/>
            <a:ext cx="859536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194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Management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21945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handles internally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21945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estimator — 56 lines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468880"/>
            <a:ext cx="859536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2468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Analysis Tools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94560" y="24688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Ripgrep + tree-sitter built-in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2468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regex AST — 147 lines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743200"/>
            <a:ext cx="859536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2743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I/O Tools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94560" y="2743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per sandbox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27432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file_tools — 104 lines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017520"/>
            <a:ext cx="859536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Execution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94560" y="3017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(sandbox has runtimes)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0" y="30175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test_runner — 134 lines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3291840"/>
            <a:ext cx="859536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2918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Isolation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194560" y="3291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/ write sandboxes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46320" y="32918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isolation (shared process)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566160"/>
            <a:ext cx="8595360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Complexity Scoring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94560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instruction in TOML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46320" y="35661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scorer — 124 lines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3977640"/>
            <a:ext cx="411480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005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provides: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42245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sandboxing, tools, context engine,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compaction, file I/O, code search, AST parsing.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write: config (TOML/MD) + thin orchestrator.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54880" y="3977640"/>
            <a:ext cx="411480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4005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build everything: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37760" y="42245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engine, chunking, compression, tools,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parsing, test runner, scoring, persistence.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provides: LLM API + @tool decorator only.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Deployment &amp; ADO Access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solution runs in Azure Container Apps, accesses ADO repos, and is invoked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777240"/>
            <a:ext cx="438912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777240"/>
            <a:ext cx="4389120" cy="2743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" y="777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1: Codex Harness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371600" cy="411480"/>
          </a:xfrm>
          <a:prstGeom prst="rect">
            <a:avLst/>
          </a:prstGeom>
          <a:solidFill>
            <a:srgbClr val="0C4A6E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+ Repos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45920" y="1389888"/>
            <a:ext cx="320040" cy="0"/>
          </a:xfrm>
          <a:prstGeom prst="line">
            <a:avLst/>
          </a:prstGeom>
          <a:noFill/>
          <a:ln w="15875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485900" y="126187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965960" y="1188720"/>
            <a:ext cx="1234440" cy="411480"/>
          </a:xfrm>
          <a:prstGeom prst="rect">
            <a:avLst/>
          </a:prstGeom>
          <a:solidFill>
            <a:srgbClr val="0284C7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65960" y="11887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78608" y="1600200"/>
            <a:ext cx="0" cy="228600"/>
          </a:xfrm>
          <a:prstGeom prst="line">
            <a:avLst/>
          </a:prstGeom>
          <a:noFill/>
          <a:ln w="15875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4320" y="1828800"/>
            <a:ext cx="4114800" cy="2423160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20040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" y="2057400"/>
            <a:ext cx="1417320" cy="365760"/>
          </a:xfrm>
          <a:prstGeom prst="rect">
            <a:avLst/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Orchestrator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api.py (380 lines)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011680" y="2057400"/>
            <a:ext cx="2240280" cy="365760"/>
          </a:xfrm>
          <a:prstGeom prst="rect">
            <a:avLst/>
          </a:prstGeom>
          <a:solidFill>
            <a:srgbClr val="E0F2FE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 (subprocess)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--full-auto --model o4-mini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828800" y="2240280"/>
            <a:ext cx="182880" cy="0"/>
          </a:xfrm>
          <a:prstGeom prst="line">
            <a:avLst/>
          </a:prstGeom>
          <a:noFill/>
          <a:ln w="15875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1480" y="2578608"/>
            <a:ext cx="3840480" cy="20116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578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Sandbox Runtime — agents run INSIDE Codex, not in your container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11480" y="2852928"/>
            <a:ext cx="886968" cy="5029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2852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(read-only)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389888" y="2852928"/>
            <a:ext cx="886968" cy="502920"/>
          </a:xfrm>
          <a:prstGeom prst="rect">
            <a:avLst/>
          </a:prstGeom>
          <a:solidFill>
            <a:srgbClr val="0284C7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89888" y="2852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368296" y="2852928"/>
            <a:ext cx="886968" cy="5029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368296" y="2852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346704" y="2852928"/>
            <a:ext cx="886968" cy="50292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46704" y="2852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(read-only)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40280" y="3355848"/>
            <a:ext cx="0" cy="21031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5800" y="3566160"/>
            <a:ext cx="3108960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via ADO PAT  —  repo access inside Codex sandbox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11480" y="3950208"/>
            <a:ext cx="1234440" cy="274320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9502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(state only)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783080" y="3950208"/>
            <a:ext cx="1508760" cy="274320"/>
          </a:xfrm>
          <a:prstGeom prst="rect">
            <a:avLst/>
          </a:prstGeom>
          <a:solidFill>
            <a:srgbClr val="0C4A6E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783080" y="39502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(o4-mini, codex-mini)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29000" y="3950208"/>
            <a:ext cx="868680" cy="2743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29000" y="39502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74320" y="4279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dependencies: 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" y="4434840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 + Azure OpenAI + Blob Storage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617720" y="777240"/>
            <a:ext cx="438912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777240"/>
            <a:ext cx="4389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4617720" y="777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2: MS Agent Harness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54880" y="1188720"/>
            <a:ext cx="1371600" cy="411480"/>
          </a:xfrm>
          <a:prstGeom prst="rect">
            <a:avLst/>
          </a:prstGeom>
          <a:solidFill>
            <a:srgbClr val="92400E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54880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+ Repos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26480" y="1389888"/>
            <a:ext cx="320040" cy="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5966460" y="126187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6446520" y="1188720"/>
            <a:ext cx="1234440" cy="41148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46520" y="11887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Trigger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059168" y="1600200"/>
            <a:ext cx="0" cy="22860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754880" y="1828800"/>
            <a:ext cx="4114800" cy="24231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4800600" y="1847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892040" y="2057400"/>
            <a:ext cx="141732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Orchestrator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api.py (180 lines)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92240" y="2057400"/>
            <a:ext cx="224028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2057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(248 lines)</a:t>
            </a:r>
            <a:endParaRPr lang="en-US" sz="7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6-gate orchestration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309360" y="2240280"/>
            <a:ext cx="182880" cy="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892040" y="2578608"/>
            <a:ext cx="3840480" cy="2011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1" name="Text 59"/>
          <p:cNvSpPr/>
          <p:nvPr/>
        </p:nvSpPr>
        <p:spPr>
          <a:xfrm>
            <a:off x="4892040" y="2578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Agents — run IN-PROCESS, no sandbox isolation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892040" y="2852928"/>
            <a:ext cx="886968" cy="5029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892040" y="2852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(99 lines)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870448" y="2852928"/>
            <a:ext cx="886968" cy="502920"/>
          </a:xfrm>
          <a:prstGeom prst="rect">
            <a:avLst/>
          </a:prstGeom>
          <a:solidFill>
            <a:srgbClr val="0284C7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870448" y="2852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(184 lines)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848856" y="2852928"/>
            <a:ext cx="886968" cy="5029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848856" y="2852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(239 lines)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827264" y="2852928"/>
            <a:ext cx="886968" cy="50292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7827264" y="2852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(173 lines)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92040" y="3456432"/>
            <a:ext cx="182880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9204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 (419 lines)</a:t>
            </a:r>
            <a:endParaRPr lang="en-US" sz="6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 + compressor + scorer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6812280" y="3456432"/>
            <a:ext cx="1920240" cy="256032"/>
          </a:xfrm>
          <a:prstGeom prst="rect">
            <a:avLst/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12280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 (385 lines)</a:t>
            </a:r>
            <a:endParaRPr lang="en-US" sz="6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+ file I/O + test runner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7818120" y="2423160"/>
            <a:ext cx="77724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7863840" y="2313432"/>
            <a:ext cx="868680" cy="1097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63840" y="2313432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(PAT)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4754880" y="3840480"/>
            <a:ext cx="1005840" cy="347472"/>
          </a:xfrm>
          <a:prstGeom prst="rect">
            <a:avLst/>
          </a:prstGeom>
          <a:solidFill>
            <a:srgbClr val="0C4A6E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754880" y="3840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(gpt-4o)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852160" y="3840480"/>
            <a:ext cx="914400" cy="34747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" dist="12700" dir="8100000">
              <a:srgbClr val="94A3B8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5852160" y="38404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(migration.db)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858000" y="3840480"/>
            <a:ext cx="868680" cy="34747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58000" y="384048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(state sync)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7818120" y="3840480"/>
            <a:ext cx="64008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818120" y="3840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8503920" y="3840480"/>
            <a:ext cx="365760" cy="347472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503920" y="38404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pip</a:t>
            </a:r>
            <a:endParaRPr lang="en-US" sz="6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4754880" y="42793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dependencies: 3 + SQLite + 32 pip packages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754880" y="4434840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 + Azure OpenAI + Blob + SQLite + custom context/tools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Timeline &amp; Effort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1: CODEX NATIVE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05840" cy="594360"/>
          </a:xfrm>
          <a:prstGeom prst="rect">
            <a:avLst/>
          </a:prstGeom>
          <a:solidFill>
            <a:srgbClr val="0284C7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29844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591056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00200" y="1280160"/>
            <a:ext cx="1188720" cy="5943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73352" y="129844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Config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73352" y="159105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1280160"/>
            <a:ext cx="822960" cy="59436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99232" y="129844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99232" y="1591056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1280160"/>
            <a:ext cx="1463040" cy="5943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59352" y="129844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59352" y="159105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W2-3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1280160"/>
            <a:ext cx="1005840" cy="594360"/>
          </a:xfrm>
          <a:prstGeom prst="rect">
            <a:avLst/>
          </a:prstGeom>
          <a:solidFill>
            <a:srgbClr val="0284C7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59552" y="129844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59552" y="1591056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0" y="132588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weeks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16184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2: MS AGENT FRAMEWORK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606040"/>
            <a:ext cx="1097280" cy="5943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" y="262432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Learn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291693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91640" y="2606040"/>
            <a:ext cx="1737360" cy="5943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764792" y="262432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Agents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64792" y="2916936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66160" y="2606040"/>
            <a:ext cx="1005840" cy="59436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39312" y="2624328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Integ.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39312" y="2916936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W7-8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606040"/>
            <a:ext cx="1188720" cy="594360"/>
          </a:xfrm>
          <a:prstGeom prst="rect">
            <a:avLst/>
          </a:prstGeom>
          <a:solidFill>
            <a:srgbClr val="0284C7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82312" y="262432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Debug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82312" y="2916936"/>
            <a:ext cx="1042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W9-10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2606040"/>
            <a:ext cx="822960" cy="59436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08192" y="2624328"/>
            <a:ext cx="676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08192" y="2916936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W11-12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0" y="265176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0" y="26700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weeks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315200" y="2944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EFFORT COMPARISON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3886200"/>
            <a:ext cx="2286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3886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Code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26080" y="3886200"/>
            <a:ext cx="2926080" cy="25603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46" name="Text 44"/>
          <p:cNvSpPr/>
          <p:nvPr/>
        </p:nvSpPr>
        <p:spPr>
          <a:xfrm>
            <a:off x="301752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 lines Python + 525 TOML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35040" y="3886200"/>
            <a:ext cx="292608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8" name="Text 46"/>
          <p:cNvSpPr/>
          <p:nvPr/>
        </p:nvSpPr>
        <p:spPr>
          <a:xfrm>
            <a:off x="612648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2,394 lines Python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187952"/>
            <a:ext cx="2286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4187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26080" y="4187952"/>
            <a:ext cx="2926080" cy="25603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52" name="Text 50"/>
          <p:cNvSpPr/>
          <p:nvPr/>
        </p:nvSpPr>
        <p:spPr>
          <a:xfrm>
            <a:off x="3017520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 lines (4 modules)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035040" y="4187952"/>
            <a:ext cx="292608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0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1,119 lines (9 modules)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489704"/>
            <a:ext cx="2286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44897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Needed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926080" y="4489704"/>
            <a:ext cx="2926080" cy="25603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58" name="Text 56"/>
          <p:cNvSpPr/>
          <p:nvPr/>
        </p:nvSpPr>
        <p:spPr>
          <a:xfrm>
            <a:off x="3017520" y="4489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TOML + Markdown + thin Python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035040" y="4489704"/>
            <a:ext cx="292608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0" name="Text 58"/>
          <p:cNvSpPr/>
          <p:nvPr/>
        </p:nvSpPr>
        <p:spPr>
          <a:xfrm>
            <a:off x="6126480" y="4489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context eng. + SQLite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791456"/>
            <a:ext cx="2286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Text 60"/>
          <p:cNvSpPr/>
          <p:nvPr/>
        </p:nvSpPr>
        <p:spPr>
          <a:xfrm>
            <a:off x="548640" y="47914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Maint.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926080" y="4791456"/>
            <a:ext cx="2926080" cy="25603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64" name="Text 62"/>
          <p:cNvSpPr/>
          <p:nvPr/>
        </p:nvSpPr>
        <p:spPr>
          <a:xfrm>
            <a:off x="3017520" y="4791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TOML/MD config files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035040" y="4791456"/>
            <a:ext cx="2926080" cy="25603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6" name="Text 64"/>
          <p:cNvSpPr/>
          <p:nvPr/>
        </p:nvSpPr>
        <p:spPr>
          <a:xfrm>
            <a:off x="6126480" y="4791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2,394-line codebase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1887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73152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1: Codex-Native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approaches were implemented and tested. Codex provides sub-agent runtime, sandboxing, context engine, and tools as platform features — you write config. MS Agent Framework requires hand-building all of these. Codex Harness: 888 lines code + 1,360 config. MS Harness: 2,394 lines code.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54864" cy="10972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Does the Heavy Lifting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provides sandboxing, context compaction, tools (ripgrep, tree-sitter), and agent isolation as built-in features. MS Agent FW requires 804 lines of custom code for these same capabilities.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33172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3172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423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2.7x Less Custom Code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743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 lines production Python vs 2,394 lines. Lower defect surface, easier to audit, cheaper to maintain. 36% of Codex codebase is declarative config — not imperative code.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54864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703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Isolation Built-In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0233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Codex sub-agent runs in its own sandbox (read-only or write). MS Agent FW shares a single process — no isolation between agents. Critical for security and reliability.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611880"/>
            <a:ext cx="39319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611880"/>
            <a:ext cx="54864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703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 FW Advantage: Smaller Container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40233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MB pure Python container vs 1.2 GB (Node + Codex CLI). Better speed profiles with 4-level YAML config. SQLite checkpoint/resume is more granular. Good fallback if Codex constraints arise.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914400"/>
            <a:ext cx="7452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960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9601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234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Azure OpenAI with codex-mini + gpt-5.4 models. Deploy Codex CLI in Azure Container App. Configure ADO Service Hooks.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4440" y="1920240"/>
            <a:ext cx="7452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9659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Configuration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2402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4 TOML sub-agent definitions porting Harness Engine patterns. Create AGENTS.md hierarchy with root + per-language overrides. Build ADO webhook trigger function.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34440" y="2926080"/>
            <a:ext cx="7452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29718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Migration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246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2-3 leaf modules (no inbound dependencies). Run full agent pipeline: analyze, code, test, review. Validate PR quality and iterate on agent instructions.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34440" y="3931920"/>
            <a:ext cx="7452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71600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3977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42519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remaining modules from ADO backlog in dependency order. Monitor agent performance and token costs. Refine guardrails based on edge cases.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 |   AI Architecture Advisory   |  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to Azure Migration: Coding Agent Architecture Options</dc:title>
  <dc:subject>PptxGenJS Presentation</dc:subject>
  <dc:creator>AI Architecture Advisory</dc:creator>
  <cp:lastModifiedBy>AI Architecture Advisory</cp:lastModifiedBy>
  <cp:revision>1</cp:revision>
  <dcterms:created xsi:type="dcterms:W3CDTF">2026-04-12T10:13:34Z</dcterms:created>
  <dcterms:modified xsi:type="dcterms:W3CDTF">2026-04-12T10:13:34Z</dcterms:modified>
</cp:coreProperties>
</file>